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77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224" y="1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3091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k/logo_ska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749808"/>
            <a:ext cx="2194560" cy="5394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43000" y="1664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Generative AI Service – AI 서비스 개발 Mini-project</a:t>
            </a:r>
            <a:endParaRPr lang="en-US" sz="1800" dirty="0"/>
          </a:p>
        </p:txBody>
      </p:sp>
      <p:sp>
        <p:nvSpPr>
          <p:cNvPr id="4" name="Text 1"/>
          <p:cNvSpPr txBox="1"/>
          <p:nvPr/>
        </p:nvSpPr>
        <p:spPr>
          <a:xfrm>
            <a:off x="1078992" y="21031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결과서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1143000" y="34290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프로젝트명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3200400" y="3794760"/>
            <a:ext cx="4389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 txBox="1"/>
          <p:nvPr/>
        </p:nvSpPr>
        <p:spPr>
          <a:xfrm>
            <a:off x="1160929" y="39319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 / </a:t>
            </a:r>
            <a:r>
              <a:rPr lang="en-US" sz="1400" b="1" dirty="0" err="1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</a:t>
            </a:r>
            <a:r>
              <a:rPr lang="ko-KR" alt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/</a:t>
            </a:r>
            <a:r>
              <a:rPr lang="ko-KR" alt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팀원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0" y="4297680"/>
            <a:ext cx="4389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4"/>
          <p:cNvSpPr txBox="1"/>
          <p:nvPr/>
        </p:nvSpPr>
        <p:spPr>
          <a:xfrm>
            <a:off x="1143000" y="4434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GitHub 저장소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6108192"/>
            <a:ext cx="6355080" cy="274320"/>
          </a:xfrm>
          <a:prstGeom prst="rect">
            <a:avLst/>
          </a:prstGeom>
          <a:noFill/>
          <a:ln w="9525">
            <a:solidFill>
              <a:srgbClr val="FFFF00"/>
            </a:solidFill>
          </a:ln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문서는 SK㈜ AX의 컨텐츠 자산으로, 무단 사용 및 불법 배포 시 법적 조치를 받을 수 있습니다.</a:t>
            </a:r>
            <a:endParaRPr lang="en-US" sz="1100" dirty="0"/>
          </a:p>
        </p:txBody>
      </p:sp>
      <p:pic>
        <p:nvPicPr>
          <p:cNvPr id="10" name="Image 1" descr="/home/claude/sk/logo_ska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5560" y="5806440"/>
            <a:ext cx="1280160" cy="749808"/>
          </a:xfrm>
          <a:prstGeom prst="rect">
            <a:avLst/>
          </a:prstGeom>
        </p:spPr>
      </p:pic>
      <p:sp>
        <p:nvSpPr>
          <p:cNvPr id="12" name="Shape 5"/>
          <p:cNvSpPr/>
          <p:nvPr/>
        </p:nvSpPr>
        <p:spPr>
          <a:xfrm>
            <a:off x="3200400" y="4800600"/>
            <a:ext cx="43891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테스트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Report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1450" indent="-17145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인수조건 기준 테스트 (최소 3건, 검증 ID는 서비스 설계서 STEP 04와 동일)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40233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219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검증 ID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입력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조치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정상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테스트 입력값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인수조건에 따른 기대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실제로 확인한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 / 실패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실패 시 수정 내용, 재검증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오류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20700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Pretendard"/>
              </a:rPr>
              <a:t>테스트 환경  </a:t>
            </a:r>
            <a:r>
              <a:rPr sz="1050">
                <a:solidFill>
                  <a:srgbClr val="595959"/>
                </a:solidFill>
                <a:latin typeface="Pretendard"/>
              </a:rPr>
              <a:t>모델 : ________   프롬프트 버전 : ______   데이터 버전 : ______   실행일 : 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출력 품질 점검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Report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1450" indent="-17145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점검 입력 10건 이상 (권장 20건, 답 불가 · 실패 유도 질문 포함) : 같은 평가셋으로 개선 전 · 후를 비교 (10건을 넘으면 행 추가 또는 결과 CSV 첨부)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3401568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61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No.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유형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점검 입력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 결과 (근거 포함)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출력 요약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충족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 i="1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답 가능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실제 사용자가 입력할 법한 내용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기대 결과와 근거 (문서 · 데이터)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AI 출력의 핵심 내용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충족 / 미충족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7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/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86400"/>
            <a:ext cx="110642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: 개선 전 ____ / ____  →  개선 후 ____ / ____   (충족률 ____ % → ____ %, 평가셋 v___)</a:t>
            </a:r>
            <a:r>
              <a:rPr lang="en-US" sz="125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/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548640" y="116128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1">
                <a:solidFill>
                  <a:srgbClr val="000000"/>
                </a:solidFill>
                <a:latin typeface="Pretendard"/>
              </a:rPr>
              <a:t>테스트 환경  </a:t>
            </a:r>
            <a:r>
              <a:rPr sz="1050">
                <a:solidFill>
                  <a:srgbClr val="595959"/>
                </a:solidFill>
                <a:latin typeface="Pretendard"/>
              </a:rPr>
              <a:t>모델 : ________   프롬프트 버전 : ______   데이터 버전 : ______   실행일 : 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201168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오류 수정 이력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9692640" y="1097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7F7F7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Validation Report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868680"/>
            <a:ext cx="1143000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1450" indent="-171450">
              <a:spcAft>
                <a:spcPts val="300"/>
              </a:spcAft>
              <a:buSzPct val="100000"/>
              <a:buChar char="▪"/>
            </a:pPr>
            <a:r>
              <a:rPr lang="en-US" sz="1400" dirty="0">
                <a:solidFill>
                  <a:srgbClr val="00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발견한 문제와 수정 내용 (테스트와 품질 점검에서 발견한 항목)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40233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No.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관련 ID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발견한 문제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수정 내용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재검증 결과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TC-02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: 약관과 무관한 질문에 일반 답변 생성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: 근거 없음 처리 규칙 누락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: 프롬프트에 규칙 추가, 유사도 기준 설정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i="1" dirty="0">
                          <a:solidFill>
                            <a:srgbClr val="A6A6A6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 : 통과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3152" marR="73152" anchor="ctr">
                    <a:lnL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6858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8637DEA-1FC6-B718-1CF7-38F7E934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8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Pretendard"/>
        <a:cs typeface="Pretendar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Pretendard"/>
        <a:cs typeface="Pretendard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259</Words>
  <Application>Microsoft Macintosh PowerPoint</Application>
  <PresentationFormat>와이드스크린</PresentationFormat>
  <Paragraphs>79</Paragraphs>
  <Slides>5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Pretendard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검증 결과서</dc:title>
  <dc:subject>PptxGenJS Presentation</dc:subject>
  <dc:creator>김영희</dc:creator>
  <cp:lastModifiedBy>YoungHee Kim</cp:lastModifiedBy>
  <cp:revision>2</cp:revision>
  <dcterms:created xsi:type="dcterms:W3CDTF">2026-10-06T05:25:09Z</dcterms:created>
  <dcterms:modified xsi:type="dcterms:W3CDTF">2026-10-20T11:10:35Z</dcterms:modified>
</cp:coreProperties>
</file>