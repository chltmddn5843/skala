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74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개인 회고노트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280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F7F7F"/>
                </a:solidFill>
                <a:latin typeface="Pretendard"/>
                <a:ea typeface="Pretendard"/>
                <a:cs typeface="Pretendard"/>
              </a:rPr>
              <a:t>AI 서비스 개발 Mini-project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73152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04040"/>
                </a:solidFill>
                <a:latin typeface="Pretendard"/>
                <a:ea typeface="Pretendard"/>
                <a:cs typeface="Pretendard"/>
              </a:rPr>
              <a:t>PDF  {반_조_이름}-회고.pdf · 10/26 (월) 16:00 ~ 17:00 구글 폼 제출 (모든 발표가 끝난 뒤) · 회색 안내 글은 지우고 작성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89B00"/>
                </a:solidFill>
                <a:latin typeface="Pretendard"/>
                <a:ea typeface="Pretendard"/>
                <a:cs typeface="Pretendard"/>
              </a:rPr>
              <a:t>분량 제한 없음 · 칸이 부족하면 행이나 페이지를 추가해도 됩니다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" y="1261872"/>
          <a:ext cx="11183109" cy="658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6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3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 (R1 ~ R6)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프로젝트명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9A9A9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예) R3 AI Engineer (RAG · Data)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02920" y="2011680"/>
            <a:ext cx="64008" cy="292608"/>
          </a:xfrm>
          <a:prstGeom prst="rect">
            <a:avLst/>
          </a:prstGeom>
          <a:solidFill>
            <a:srgbClr val="F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1993392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89B00"/>
                </a:solidFill>
                <a:latin typeface="Pretendard"/>
                <a:ea typeface="Pretendard"/>
                <a:cs typeface="Pretendard"/>
              </a:rPr>
              <a:t>1  </a:t>
            </a:r>
            <a:r>
              <a:rPr sz="15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새로 알게 된 기술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057400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F7F7F"/>
                </a:solidFill>
                <a:latin typeface="Pretendard"/>
                <a:ea typeface="Pretendard"/>
                <a:cs typeface="Pretendard"/>
              </a:rPr>
              <a:t>필요한 만큼 행을 추가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02920" y="2395728"/>
          <a:ext cx="11183111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6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 줄로 설명하면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우리 서비스의 어디에 썼나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위치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9A9A9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이름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9A9A9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처음 듣는 사람에게 설명하듯 한 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9A9A9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어떤 기능 · 단계에서, 무엇을 해결하려고 썼는지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9A9A9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 #번호 · 커밋 · 설계서나 검증 결과서의 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02920" y="3950208"/>
            <a:ext cx="64008" cy="292608"/>
          </a:xfrm>
          <a:prstGeom prst="rect">
            <a:avLst/>
          </a:prstGeom>
          <a:solidFill>
            <a:srgbClr val="F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393192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89B00"/>
                </a:solidFill>
                <a:latin typeface="Pretendard"/>
                <a:ea typeface="Pretendard"/>
                <a:cs typeface="Pretendard"/>
              </a:rPr>
              <a:t>2  </a:t>
            </a:r>
            <a:r>
              <a:rPr sz="15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개인 회고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995928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F7F7F"/>
                </a:solidFill>
                <a:latin typeface="Pretendard"/>
                <a:ea typeface="Pretendard"/>
                <a:cs typeface="Pretendard"/>
              </a:rPr>
              <a:t>칸이 부족하면 다음 페이지에 이어서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34256"/>
            <a:ext cx="55412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" y="4407408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내가 맡은 일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역할과 실제로 한 일, 내 이름으로 병합된 PR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4768" y="4334256"/>
            <a:ext cx="55412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72783" y="4407408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잘된 점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숫자나 결과로 확인된 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230368"/>
            <a:ext cx="55412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" y="5303520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막혔던 점과 해결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무엇이 막혔고, 원인을 어떻게 찾아 풀었는지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5230368"/>
            <a:ext cx="55412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72783" y="5303520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다음에 다르게 할 점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Final 프로젝트에서 바꿀 점과 그 이유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6305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F7F7F"/>
                </a:solidFill>
                <a:latin typeface="Pretendard"/>
                <a:ea typeface="Pretendard"/>
                <a:cs typeface="Pretendard"/>
              </a:rPr>
              <a:t>한 문장 정리 (선택, 채점 안 함)  </a:t>
            </a:r>
            <a:r>
              <a:rPr sz="1000" b="0" i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어떤 역할로 ____ 을 만들었고, ____ 이 ____ 에서 ____ 로 바뀌었다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</Words>
  <Application>Microsoft Macintosh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Pretendard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서비스 개발 Mini-project Guide</dc:title>
  <dc:subject>PptxGenJS Presentation</dc:subject>
  <dc:creator>김영희</dc:creator>
  <cp:lastModifiedBy>YoungHee Kim</cp:lastModifiedBy>
  <cp:revision>1</cp:revision>
  <dcterms:created xsi:type="dcterms:W3CDTF">2026-10-06T05:25:08Z</dcterms:created>
  <dcterms:modified xsi:type="dcterms:W3CDTF">2026-10-20T08:05:43Z</dcterms:modified>
</cp:coreProperties>
</file>