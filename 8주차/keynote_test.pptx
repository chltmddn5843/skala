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1625559" rtl="0" fontAlgn="auto" latinLnBrk="0" hangingPunct="0">
      <a:lnSpc>
        <a:spcPct val="90000"/>
      </a:lnSpc>
      <a:spcBef>
        <a:spcPts val="30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536773"/>
              </a:solidFill>
              <a:prstDash val="solid"/>
              <a:miter lim="400000"/>
            </a:ln>
          </a:top>
          <a:bottom>
            <a:ln w="3175" cap="flat">
              <a:solidFill>
                <a:srgbClr val="536773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36773"/>
              </a:solidFill>
              <a:prstDash val="solid"/>
              <a:miter lim="400000"/>
            </a:ln>
          </a:left>
          <a:right>
            <a:ln w="3175" cap="flat">
              <a:solidFill>
                <a:srgbClr val="536773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536773"/>
              </a:solidFill>
              <a:prstDash val="solid"/>
              <a:miter lim="400000"/>
            </a:ln>
          </a:insideH>
          <a:insideV>
            <a:ln w="3175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838383"/>
              </a:solidFill>
              <a:prstDash val="solid"/>
              <a:miter lim="400000"/>
            </a:ln>
          </a:left>
          <a:right>
            <a:ln w="3175" cap="flat">
              <a:solidFill>
                <a:srgbClr val="838383"/>
              </a:solidFill>
              <a:prstDash val="solid"/>
              <a:miter lim="400000"/>
            </a:ln>
          </a:right>
          <a:top>
            <a:ln w="3175" cap="flat">
              <a:solidFill>
                <a:srgbClr val="838383"/>
              </a:solidFill>
              <a:prstDash val="solid"/>
              <a:miter lim="400000"/>
            </a:ln>
          </a:top>
          <a:bottom>
            <a:ln w="3175" cap="flat">
              <a:solidFill>
                <a:srgbClr val="838383"/>
              </a:solidFill>
              <a:prstDash val="solid"/>
              <a:miter lim="400000"/>
            </a:ln>
          </a:bottom>
          <a:insideH>
            <a:ln w="3175" cap="flat">
              <a:solidFill>
                <a:srgbClr val="838383"/>
              </a:solidFill>
              <a:prstDash val="solid"/>
              <a:miter lim="400000"/>
            </a:ln>
          </a:insideH>
          <a:insideV>
            <a:ln w="3175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808080"/>
              </a:solidFill>
              <a:prstDash val="solid"/>
              <a:miter lim="400000"/>
            </a:ln>
          </a:right>
          <a:top>
            <a:ln w="3175" cap="flat">
              <a:solidFill>
                <a:srgbClr val="808080"/>
              </a:solidFill>
              <a:prstDash val="solid"/>
              <a:miter lim="400000"/>
            </a:ln>
          </a:top>
          <a:bottom>
            <a:ln w="3175" cap="flat">
              <a:solidFill>
                <a:srgbClr val="808080"/>
              </a:solidFill>
              <a:prstDash val="solid"/>
              <a:miter lim="400000"/>
            </a:ln>
          </a:bottom>
          <a:insideH>
            <a:ln w="3175" cap="flat">
              <a:solidFill>
                <a:srgbClr val="808080"/>
              </a:solidFill>
              <a:prstDash val="solid"/>
              <a:miter lim="400000"/>
            </a:ln>
          </a:insideH>
          <a:insideV>
            <a:ln w="3175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chemeClr val="accent3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4D4D4D"/>
              </a:solidFill>
              <a:prstDash val="solid"/>
              <a:miter lim="400000"/>
            </a:ln>
          </a:left>
          <a:right>
            <a:ln w="3175" cap="flat">
              <a:solidFill>
                <a:srgbClr val="4D4D4D"/>
              </a:solidFill>
              <a:prstDash val="solid"/>
              <a:miter lim="400000"/>
            </a:ln>
          </a:right>
          <a:top>
            <a:ln w="3175" cap="flat">
              <a:solidFill>
                <a:srgbClr val="4D4D4D"/>
              </a:solidFill>
              <a:prstDash val="solid"/>
              <a:miter lim="400000"/>
            </a:ln>
          </a:top>
          <a:bottom>
            <a:ln w="3175" cap="flat">
              <a:solidFill>
                <a:srgbClr val="4D4D4D"/>
              </a:solidFill>
              <a:prstDash val="solid"/>
              <a:miter lim="400000"/>
            </a:ln>
          </a:bottom>
          <a:insideH>
            <a:ln w="3175" cap="flat">
              <a:solidFill>
                <a:srgbClr val="4D4D4D"/>
              </a:solidFill>
              <a:prstDash val="solid"/>
              <a:miter lim="400000"/>
            </a:ln>
          </a:insideH>
          <a:insideV>
            <a:ln w="3175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F8BA00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3175" cap="flat">
              <a:solidFill>
                <a:srgbClr val="5B5A5A"/>
              </a:solidFill>
              <a:prstDash val="solid"/>
              <a:miter lim="400000"/>
            </a:ln>
          </a:left>
          <a:right>
            <a:ln w="3175" cap="flat">
              <a:solidFill>
                <a:srgbClr val="5B5A5A"/>
              </a:solidFill>
              <a:prstDash val="solid"/>
              <a:miter lim="400000"/>
            </a:ln>
          </a:right>
          <a:top>
            <a:ln w="3175" cap="flat">
              <a:solidFill>
                <a:srgbClr val="5B5A5A"/>
              </a:solidFill>
              <a:prstDash val="solid"/>
              <a:miter lim="400000"/>
            </a:ln>
          </a:top>
          <a:bottom>
            <a:ln w="3175" cap="flat">
              <a:solidFill>
                <a:srgbClr val="5B5A5A"/>
              </a:solidFill>
              <a:prstDash val="solid"/>
              <a:miter lim="400000"/>
            </a:ln>
          </a:bottom>
          <a:insideH>
            <a:ln w="3175" cap="flat">
              <a:solidFill>
                <a:srgbClr val="5B5A5A"/>
              </a:solidFill>
              <a:prstDash val="solid"/>
              <a:miter lim="400000"/>
            </a:ln>
          </a:insideH>
          <a:insideV>
            <a:ln w="3175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464646"/>
              </a:solidFill>
              <a:prstDash val="solid"/>
              <a:miter lim="400000"/>
            </a:ln>
          </a:left>
          <a:right>
            <a:ln w="3175" cap="flat">
              <a:solidFill>
                <a:srgbClr val="464646"/>
              </a:solidFill>
              <a:prstDash val="solid"/>
              <a:miter lim="400000"/>
            </a:ln>
          </a:right>
          <a:top>
            <a:ln w="3175" cap="flat">
              <a:solidFill>
                <a:srgbClr val="464646"/>
              </a:solidFill>
              <a:prstDash val="solid"/>
              <a:miter lim="400000"/>
            </a:ln>
          </a:top>
          <a:bottom>
            <a:ln w="3175" cap="flat">
              <a:solidFill>
                <a:srgbClr val="464646"/>
              </a:solidFill>
              <a:prstDash val="solid"/>
              <a:miter lim="400000"/>
            </a:ln>
          </a:bottom>
          <a:insideH>
            <a:ln w="3175" cap="flat">
              <a:solidFill>
                <a:srgbClr val="464646"/>
              </a:solidFill>
              <a:prstDash val="solid"/>
              <a:miter lim="400000"/>
            </a:ln>
          </a:insideH>
          <a:insideV>
            <a:ln w="3175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C3C3C3"/>
              </a:solidFill>
              <a:prstDash val="solid"/>
              <a:miter lim="400000"/>
            </a:ln>
          </a:top>
          <a:bottom>
            <a:ln w="3175" cap="flat">
              <a:solidFill>
                <a:srgbClr val="C3C3C3"/>
              </a:solidFill>
              <a:prstDash val="solid"/>
              <a:miter lim="400000"/>
            </a:ln>
          </a:bottom>
          <a:insideH>
            <a:ln w="3175" cap="flat">
              <a:solidFill>
                <a:srgbClr val="C3C3C3"/>
              </a:solidFill>
              <a:prstDash val="solid"/>
              <a:miter lim="400000"/>
            </a:ln>
          </a:insideH>
          <a:insideV>
            <a:ln w="3175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5E5E5E"/>
              </a:solidFill>
              <a:prstDash val="solid"/>
              <a:miter lim="400000"/>
            </a:ln>
          </a:left>
          <a:right>
            <a:ln w="3175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CB297B"/>
              </a:solidFill>
              <a:prstDash val="solid"/>
              <a:miter lim="400000"/>
            </a:ln>
          </a:top>
          <a:bottom>
            <a:ln w="3175" cap="flat">
              <a:solidFill>
                <a:srgbClr val="5E5E5E"/>
              </a:solidFill>
              <a:prstDash val="solid"/>
              <a:miter lim="400000"/>
            </a:ln>
          </a:bottom>
          <a:insideH>
            <a:ln w="3175" cap="flat">
              <a:solidFill>
                <a:srgbClr val="5E5E5E"/>
              </a:solidFill>
              <a:prstDash val="solid"/>
              <a:miter lim="400000"/>
            </a:ln>
          </a:insideH>
          <a:insideV>
            <a:ln w="3175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3175" cap="flat">
              <a:solidFill>
                <a:srgbClr val="A6AAA9"/>
              </a:solidFill>
              <a:prstDash val="solid"/>
              <a:miter lim="400000"/>
            </a:ln>
          </a:left>
          <a:right>
            <a:ln w="3175" cap="flat">
              <a:solidFill>
                <a:srgbClr val="A6AAA9"/>
              </a:solidFill>
              <a:prstDash val="solid"/>
              <a:miter lim="400000"/>
            </a:ln>
          </a:right>
          <a:top>
            <a:ln w="3175" cap="flat">
              <a:solidFill>
                <a:srgbClr val="5E5E5E"/>
              </a:solidFill>
              <a:prstDash val="solid"/>
              <a:miter lim="400000"/>
            </a:ln>
          </a:top>
          <a:bottom>
            <a:ln w="3175" cap="flat">
              <a:solidFill>
                <a:srgbClr val="A6AAA9"/>
              </a:solidFill>
              <a:prstDash val="solid"/>
              <a:miter lim="400000"/>
            </a:ln>
          </a:bottom>
          <a:insideH>
            <a:ln w="3175" cap="flat">
              <a:solidFill>
                <a:srgbClr val="A6AAA9"/>
              </a:solidFill>
              <a:prstDash val="solid"/>
              <a:miter lim="400000"/>
            </a:ln>
          </a:insideH>
          <a:insideV>
            <a:ln w="3175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6C6C6C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000000"/>
              </a:solidFill>
              <a:prstDash val="solid"/>
              <a:miter lim="400000"/>
            </a:ln>
          </a:top>
          <a:bottom>
            <a:ln w="3175" cap="flat">
              <a:solidFill>
                <a:srgbClr val="6C6C6C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3175" cap="flat">
              <a:solidFill>
                <a:srgbClr val="000000"/>
              </a:solidFill>
              <a:prstDash val="solid"/>
              <a:miter lim="400000"/>
            </a:ln>
          </a:left>
          <a:right>
            <a:ln w="3175" cap="flat">
              <a:solidFill>
                <a:srgbClr val="000000"/>
              </a:solidFill>
              <a:prstDash val="solid"/>
              <a:miter lim="400000"/>
            </a:ln>
          </a:right>
          <a:top>
            <a:ln w="3175" cap="flat">
              <a:solidFill>
                <a:srgbClr val="6C6C6C"/>
              </a:solidFill>
              <a:prstDash val="solid"/>
              <a:miter lim="400000"/>
            </a:ln>
          </a:top>
          <a:bottom>
            <a:ln w="3175" cap="flat">
              <a:solidFill>
                <a:srgbClr val="000000"/>
              </a:solidFill>
              <a:prstDash val="solid"/>
              <a:miter lim="400000"/>
            </a:ln>
          </a:bottom>
          <a:insideH>
            <a:ln w="3175" cap="flat">
              <a:solidFill>
                <a:srgbClr val="000000"/>
              </a:solidFill>
              <a:prstDash val="solid"/>
              <a:miter lim="400000"/>
            </a:ln>
          </a:insideH>
          <a:insideV>
            <a:ln w="3175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21" hasCustomPrompt="1"/>
          </p:nvPr>
        </p:nvSpPr>
        <p:spPr>
          <a:xfrm>
            <a:off x="3243262" y="6795050"/>
            <a:ext cx="9764891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프레젠테이션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프레젠테이션 제목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/>
          <p:nvPr>
            <p:ph type="pic" idx="21"/>
          </p:nvPr>
        </p:nvSpPr>
        <p:spPr>
          <a:xfrm>
            <a:off x="2195688" y="948266"/>
            <a:ext cx="11887202" cy="71195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프레젠테이션 제목"/>
          <p:cNvSpPr txBox="1"/>
          <p:nvPr>
            <p:ph type="title" hasCustomPrompt="1"/>
          </p:nvPr>
        </p:nvSpPr>
        <p:spPr>
          <a:xfrm>
            <a:off x="3245555" y="4690533"/>
            <a:ext cx="9764890" cy="2065868"/>
          </a:xfrm>
          <a:prstGeom prst="rect">
            <a:avLst/>
          </a:prstGeom>
        </p:spPr>
        <p:txBody>
          <a:bodyPr/>
          <a:lstStyle/>
          <a:p>
            <a:pPr/>
            <a:r>
              <a:t>프레젠테이션 제목</a:t>
            </a:r>
          </a:p>
        </p:txBody>
      </p:sp>
      <p:sp>
        <p:nvSpPr>
          <p:cNvPr id="23" name="저자 및 날짜"/>
          <p:cNvSpPr txBox="1"/>
          <p:nvPr>
            <p:ph type="body" sz="quarter" idx="22" hasCustomPrompt="1"/>
          </p:nvPr>
        </p:nvSpPr>
        <p:spPr>
          <a:xfrm>
            <a:off x="3246084" y="2015616"/>
            <a:ext cx="9763833" cy="283103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1584"/>
            </a:lvl1pPr>
          </a:lstStyle>
          <a:p>
            <a:pPr/>
            <a:r>
              <a:t>저자 및 날짜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3245555" y="6683960"/>
            <a:ext cx="9764890" cy="496423"/>
          </a:xfrm>
          <a:prstGeom prst="rect">
            <a:avLst/>
          </a:prstGeom>
        </p:spPr>
        <p:txBody>
          <a:bodyPr/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/>
          <p:nvPr>
            <p:ph type="pic" sz="half" idx="21"/>
          </p:nvPr>
        </p:nvSpPr>
        <p:spPr>
          <a:xfrm>
            <a:off x="7586133" y="1433688"/>
            <a:ext cx="5397706" cy="62822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슬라이드 제목"/>
          <p:cNvSpPr txBox="1"/>
          <p:nvPr>
            <p:ph type="title" hasCustomPrompt="1"/>
          </p:nvPr>
        </p:nvSpPr>
        <p:spPr>
          <a:xfrm>
            <a:off x="3245555" y="2088444"/>
            <a:ext cx="4346223" cy="2614344"/>
          </a:xfrm>
          <a:prstGeom prst="rect">
            <a:avLst/>
          </a:prstGeom>
        </p:spPr>
        <p:txBody>
          <a:bodyPr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34" name="본문 첫 번째 줄…"/>
          <p:cNvSpPr txBox="1"/>
          <p:nvPr>
            <p:ph type="body" sz="quarter" idx="1" hasCustomPrompt="1"/>
          </p:nvPr>
        </p:nvSpPr>
        <p:spPr>
          <a:xfrm>
            <a:off x="3245555" y="4662034"/>
            <a:ext cx="4346223" cy="2393522"/>
          </a:xfrm>
          <a:prstGeom prst="rect">
            <a:avLst/>
          </a:prstGeom>
        </p:spPr>
        <p:txBody>
          <a:bodyPr/>
          <a:lstStyle/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9764890" cy="636962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 numCol="2" spcCol="488244"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61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파슬리 버터, 구운 헤이즐넛, 파르메산 치즈를 올린 파파르델레 파스타 그릇"/>
          <p:cNvSpPr/>
          <p:nvPr>
            <p:ph type="pic" sz="half" idx="22"/>
          </p:nvPr>
        </p:nvSpPr>
        <p:spPr>
          <a:xfrm>
            <a:off x="8128000" y="1342993"/>
            <a:ext cx="4851944" cy="646925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작은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72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7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4346223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82" name="본문 첫 번째 줄…"/>
          <p:cNvSpPr txBox="1"/>
          <p:nvPr>
            <p:ph type="body" sz="quarter" idx="1" hasCustomPrompt="1"/>
          </p:nvPr>
        </p:nvSpPr>
        <p:spPr>
          <a:xfrm>
            <a:off x="3245555" y="3412224"/>
            <a:ext cx="4346223" cy="3669614"/>
          </a:xfrm>
          <a:prstGeom prst="rect">
            <a:avLst/>
          </a:prstGeom>
        </p:spPr>
        <p:txBody>
          <a:bodyPr/>
          <a:lstStyle>
            <a:lvl1pPr marL="4064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1pPr>
            <a:lvl2pPr marL="10160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2pPr>
            <a:lvl3pPr marL="16256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3pPr>
            <a:lvl4pPr marL="22352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4pPr>
            <a:lvl5pPr marL="2844800" indent="-406400" defTabSz="1625559">
              <a:lnSpc>
                <a:spcPct val="90000"/>
              </a:lnSpc>
              <a:spcBef>
                <a:spcPts val="3000"/>
              </a:spcBef>
              <a:buSzPct val="123000"/>
              <a:buChar char="•"/>
              <a:defRPr b="0" sz="3200"/>
            </a:lvl5pPr>
          </a:lstStyle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4346223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8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/>
          <p:nvPr>
            <p:ph type="title" hasCustomPrompt="1"/>
          </p:nvPr>
        </p:nvSpPr>
        <p:spPr>
          <a:xfrm>
            <a:off x="3245553" y="3539066"/>
            <a:ext cx="9764892" cy="2065868"/>
          </a:xfrm>
          <a:prstGeom prst="rect">
            <a:avLst/>
          </a:prstGeom>
        </p:spPr>
        <p:txBody>
          <a:bodyPr anchor="ctr"/>
          <a:lstStyle>
            <a:lvl1pPr>
              <a:defRPr b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92" name="슬라이드 번호"/>
          <p:cNvSpPr txBox="1"/>
          <p:nvPr>
            <p:ph type="sldNum" sz="quarter" idx="2"/>
          </p:nvPr>
        </p:nvSpPr>
        <p:spPr>
          <a:xfrm>
            <a:off x="8011560" y="7287459"/>
            <a:ext cx="227326" cy="21869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제목"/>
          <p:cNvSpPr txBox="1"/>
          <p:nvPr>
            <p:ph type="title" hasCustomPrompt="1"/>
          </p:nvPr>
        </p:nvSpPr>
        <p:spPr>
          <a:xfrm>
            <a:off x="3245555" y="2003777"/>
            <a:ext cx="9764890" cy="637756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슬라이드 제목</a:t>
            </a:r>
          </a:p>
        </p:txBody>
      </p:sp>
      <p:sp>
        <p:nvSpPr>
          <p:cNvPr id="100" name="슬라이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슬라이드 부제</a:t>
            </a:r>
          </a:p>
        </p:txBody>
      </p:sp>
      <p:sp>
        <p:nvSpPr>
          <p:cNvPr id="10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제목"/>
          <p:cNvSpPr txBox="1"/>
          <p:nvPr>
            <p:ph type="title" hasCustomPrompt="1"/>
          </p:nvPr>
        </p:nvSpPr>
        <p:spPr>
          <a:xfrm>
            <a:off x="3245555" y="2003777"/>
            <a:ext cx="9764890" cy="637823"/>
          </a:xfrm>
          <a:prstGeom prst="rect">
            <a:avLst/>
          </a:prstGeom>
        </p:spPr>
        <p:txBody>
          <a:bodyPr anchor="t"/>
          <a:lstStyle>
            <a:lvl1pPr>
              <a:defRPr spc="-112" sz="5600"/>
            </a:lvl1pPr>
          </a:lstStyle>
          <a:p>
            <a:pPr/>
            <a:r>
              <a:t>의제 제목</a:t>
            </a:r>
          </a:p>
        </p:txBody>
      </p:sp>
      <p:sp>
        <p:nvSpPr>
          <p:cNvPr id="109" name="의제 부제"/>
          <p:cNvSpPr txBox="1"/>
          <p:nvPr>
            <p:ph type="body" sz="quarter" idx="21" hasCustomPrompt="1"/>
          </p:nvPr>
        </p:nvSpPr>
        <p:spPr>
          <a:xfrm>
            <a:off x="3245555" y="2578649"/>
            <a:ext cx="9764890" cy="415459"/>
          </a:xfrm>
          <a:prstGeom prst="rect">
            <a:avLst/>
          </a:prstGeom>
        </p:spPr>
        <p:txBody>
          <a:bodyPr lIns="20319" tIns="20319" rIns="20319" bIns="20319"/>
          <a:lstStyle>
            <a:lvl1pPr defTabSz="363220">
              <a:defRPr sz="2376"/>
            </a:lvl1pPr>
          </a:lstStyle>
          <a:p>
            <a:pPr/>
            <a:r>
              <a:t>의제 부제</a:t>
            </a:r>
          </a:p>
        </p:txBody>
      </p:sp>
      <p:sp>
        <p:nvSpPr>
          <p:cNvPr id="110" name="본문 첫 번째 줄…"/>
          <p:cNvSpPr txBox="1"/>
          <p:nvPr>
            <p:ph type="body" sz="half" idx="1" hasCustomPrompt="1"/>
          </p:nvPr>
        </p:nvSpPr>
        <p:spPr>
          <a:xfrm>
            <a:off x="3245555" y="3412224"/>
            <a:ext cx="9764890" cy="3669339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b="0" spc="-36"/>
            </a:lvl1pPr>
            <a:lvl2pPr>
              <a:spcBef>
                <a:spcPts val="1200"/>
              </a:spcBef>
              <a:defRPr b="0" spc="-36"/>
            </a:lvl2pPr>
            <a:lvl3pPr>
              <a:spcBef>
                <a:spcPts val="1200"/>
              </a:spcBef>
              <a:defRPr b="0" spc="-36"/>
            </a:lvl3pPr>
            <a:lvl4pPr>
              <a:spcBef>
                <a:spcPts val="1200"/>
              </a:spcBef>
              <a:defRPr b="0" spc="-36"/>
            </a:lvl4pPr>
            <a:lvl5pPr>
              <a:spcBef>
                <a:spcPts val="1200"/>
              </a:spcBef>
              <a:defRPr b="0" spc="-36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/>
          <p:nvPr>
            <p:ph type="body" sz="quarter" idx="1" hasCustomPrompt="1"/>
          </p:nvPr>
        </p:nvSpPr>
        <p:spPr>
          <a:xfrm>
            <a:off x="3245555" y="3711041"/>
            <a:ext cx="9764890" cy="1721918"/>
          </a:xfrm>
          <a:prstGeom prst="rect">
            <a:avLst/>
          </a:prstGeom>
        </p:spPr>
        <p:txBody>
          <a:bodyPr anchor="ctr"/>
          <a:lstStyle>
            <a:lvl1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algn="ctr" defTabSz="1625559">
              <a:lnSpc>
                <a:spcPct val="80000"/>
              </a:lnSpc>
              <a:defRPr b="0"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/>
          <p:nvPr>
            <p:ph type="body" sz="half" idx="1" hasCustomPrompt="1"/>
          </p:nvPr>
        </p:nvSpPr>
        <p:spPr>
          <a:xfrm>
            <a:off x="3245555" y="2002189"/>
            <a:ext cx="9764890" cy="3218483"/>
          </a:xfrm>
          <a:prstGeom prst="rect">
            <a:avLst/>
          </a:prstGeom>
        </p:spPr>
        <p:txBody>
          <a:bodyPr anchor="b"/>
          <a:lstStyle>
            <a:lvl1pPr algn="ctr" defTabSz="1625559">
              <a:lnSpc>
                <a:spcPct val="80000"/>
              </a:lnSpc>
              <a:defRPr spc="-166" sz="16600"/>
            </a:lvl1pPr>
            <a:lvl2pPr algn="ctr" defTabSz="1625559">
              <a:lnSpc>
                <a:spcPct val="80000"/>
              </a:lnSpc>
              <a:defRPr spc="-166" sz="16600"/>
            </a:lvl2pPr>
            <a:lvl3pPr algn="ctr" defTabSz="1625559">
              <a:lnSpc>
                <a:spcPct val="80000"/>
              </a:lnSpc>
              <a:defRPr spc="-166" sz="16600"/>
            </a:lvl3pPr>
            <a:lvl4pPr algn="ctr" defTabSz="1625559">
              <a:lnSpc>
                <a:spcPct val="80000"/>
              </a:lnSpc>
              <a:defRPr spc="-166" sz="16600"/>
            </a:lvl4pPr>
            <a:lvl5pPr algn="ctr" defTabSz="1625559">
              <a:lnSpc>
                <a:spcPct val="80000"/>
              </a:lnSpc>
              <a:defRPr spc="-166" sz="166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사실 정보"/>
          <p:cNvSpPr txBox="1"/>
          <p:nvPr>
            <p:ph type="body" sz="quarter" idx="21" hasCustomPrompt="1"/>
          </p:nvPr>
        </p:nvSpPr>
        <p:spPr>
          <a:xfrm>
            <a:off x="3245555" y="5196080"/>
            <a:ext cx="9764890" cy="415458"/>
          </a:xfrm>
          <a:prstGeom prst="rect">
            <a:avLst/>
          </a:prstGeom>
        </p:spPr>
        <p:txBody>
          <a:bodyPr lIns="20319" tIns="20319" rIns="20319" bIns="20319"/>
          <a:lstStyle>
            <a:lvl1pPr algn="ctr" defTabSz="363220">
              <a:defRPr sz="2376"/>
            </a:lvl1pPr>
          </a:lstStyle>
          <a:p>
            <a:pPr/>
            <a:r>
              <a:t>사실 정보</a:t>
            </a:r>
          </a:p>
        </p:txBody>
      </p:sp>
      <p:sp>
        <p:nvSpPr>
          <p:cNvPr id="12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/>
          <p:nvPr>
            <p:ph type="body" sz="quarter" idx="21" hasCustomPrompt="1"/>
          </p:nvPr>
        </p:nvSpPr>
        <p:spPr>
          <a:xfrm>
            <a:off x="3789344" y="6268646"/>
            <a:ext cx="8977802" cy="283102"/>
          </a:xfrm>
          <a:prstGeom prst="rect">
            <a:avLst/>
          </a:prstGeom>
        </p:spPr>
        <p:txBody>
          <a:bodyPr lIns="20319" tIns="20319" rIns="20319" bIns="20319"/>
          <a:lstStyle>
            <a:lvl1pPr defTabSz="368723">
              <a:defRPr sz="1608"/>
            </a:lvl1pPr>
          </a:lstStyle>
          <a:p>
            <a:pPr/>
            <a:r>
              <a:t>속성</a:t>
            </a:r>
          </a:p>
        </p:txBody>
      </p:sp>
      <p:sp>
        <p:nvSpPr>
          <p:cNvPr id="136" name="본문 첫 번째 줄…"/>
          <p:cNvSpPr txBox="1"/>
          <p:nvPr>
            <p:ph type="body" sz="quarter" idx="1" hasCustomPrompt="1"/>
          </p:nvPr>
        </p:nvSpPr>
        <p:spPr>
          <a:xfrm>
            <a:off x="3488854" y="3719493"/>
            <a:ext cx="9278292" cy="1705014"/>
          </a:xfrm>
          <a:prstGeom prst="rect">
            <a:avLst/>
          </a:prstGeom>
        </p:spPr>
        <p:txBody>
          <a:bodyPr/>
          <a:lstStyle>
            <a:lvl1pPr marL="425948" indent="-313266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425948" indent="1439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425948" indent="6011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425948" indent="10583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425948" indent="1515533" defTabSz="1625559">
              <a:lnSpc>
                <a:spcPct val="90000"/>
              </a:lnSpc>
              <a:defRPr b="0" spc="-112" sz="5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볶음밥과 삶은 계란을 넣은 샐러드 그릇과 젓가락"/>
          <p:cNvSpPr/>
          <p:nvPr>
            <p:ph type="pic" sz="quarter" idx="21"/>
          </p:nvPr>
        </p:nvSpPr>
        <p:spPr>
          <a:xfrm>
            <a:off x="9714088" y="1975555"/>
            <a:ext cx="3306268" cy="26443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연어 어묵, 샐러드, 후무스가 든 그릇 "/>
          <p:cNvSpPr/>
          <p:nvPr>
            <p:ph type="pic" sz="quarter" idx="22"/>
          </p:nvPr>
        </p:nvSpPr>
        <p:spPr>
          <a:xfrm>
            <a:off x="8709377" y="3292122"/>
            <a:ext cx="4639735" cy="54000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파슬리 버터, 구운 헤이즐넛, 파르메산 치즈를 올린 파파르델레 파스타 그릇"/>
          <p:cNvSpPr/>
          <p:nvPr>
            <p:ph type="pic" sz="half" idx="23"/>
          </p:nvPr>
        </p:nvSpPr>
        <p:spPr>
          <a:xfrm>
            <a:off x="2647244" y="1744133"/>
            <a:ext cx="7382934" cy="5537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볶음밥과 삶은 계란을 넣은 샐러드 그릇과 젓가락"/>
          <p:cNvSpPr/>
          <p:nvPr>
            <p:ph type="pic" idx="21"/>
          </p:nvPr>
        </p:nvSpPr>
        <p:spPr>
          <a:xfrm>
            <a:off x="2116666" y="-931334"/>
            <a:ext cx="12022668" cy="96181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프레젠테이션 제목"/>
          <p:cNvSpPr txBox="1"/>
          <p:nvPr>
            <p:ph type="title" hasCustomPrompt="1"/>
          </p:nvPr>
        </p:nvSpPr>
        <p:spPr>
          <a:xfrm>
            <a:off x="3245553" y="2668440"/>
            <a:ext cx="9764892" cy="2065868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 anchor="b">
            <a:normAutofit fontScale="100000" lnSpcReduction="0"/>
          </a:bodyPr>
          <a:lstStyle/>
          <a:p>
            <a:pPr/>
            <a:r>
              <a:t>프레젠테이션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3243263" y="4734307"/>
            <a:ext cx="9764890" cy="846667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7" tIns="22577" rIns="22577" bIns="22577">
            <a:normAutofit fontScale="100000" lnSpcReduction="0"/>
          </a:bodyPr>
          <a:lstStyle/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011560" y="7285577"/>
            <a:ext cx="227326" cy="218690"/>
          </a:xfrm>
          <a:prstGeom prst="rect">
            <a:avLst/>
          </a:prstGeom>
          <a:ln w="3175">
            <a:miter lim="400000"/>
          </a:ln>
        </p:spPr>
        <p:txBody>
          <a:bodyPr wrap="none" lIns="22577" tIns="22577" rIns="22577" bIns="22577" anchor="b">
            <a:spAutoFit/>
          </a:bodyPr>
          <a:lstStyle>
            <a:lvl1pPr algn="ctr" defTabSz="389466">
              <a:lnSpc>
                <a:spcPct val="100000"/>
              </a:lnSpc>
              <a:spcBef>
                <a:spcPts val="0"/>
              </a:spcBef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1625559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52" strike="noStrike" sz="7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550333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3894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저자 및 날짜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테스트 제목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테스트 제목</a:t>
            </a:r>
          </a:p>
        </p:txBody>
      </p:sp>
      <p:sp>
        <p:nvSpPr>
          <p:cNvPr id="173" name="테스트 본문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테스트 본문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ctr" defTabSz="550333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3175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3175" cap="flat">
          <a:noFill/>
          <a:miter lim="400000"/>
        </a:ln>
        <a:effectLst/>
        <a:sp3d/>
      </a:spPr>
      <a:bodyPr rot="0" spcFirstLastPara="1" vertOverflow="overflow" horzOverflow="overflow" vert="horz" wrap="square" lIns="22577" tIns="22577" rIns="22577" bIns="22577" numCol="1" spcCol="38100" rtlCol="0" anchor="ctr" upright="0">
        <a:spAutoFit/>
      </a:bodyPr>
      <a:lstStyle>
        <a:defPPr marL="0" marR="0" indent="0" algn="l" defTabSz="1625559" rtl="0" fontAlgn="auto" latinLnBrk="0" hangingPunct="0">
          <a:lnSpc>
            <a:spcPct val="90000"/>
          </a:lnSpc>
          <a:spcBef>
            <a:spcPts val="30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