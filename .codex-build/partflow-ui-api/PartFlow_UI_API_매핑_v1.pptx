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bf420ceb494e80" /><Relationship Type="http://schemas.openxmlformats.org/officeDocument/2006/relationships/extended-properties" Target="/docProps/app.xml" Id="Ra55187fe7b9b4db0" /><Relationship Type="http://schemas.openxmlformats.org/officeDocument/2006/relationships/officeDocument" Target="/ppt/presentation.xml" Id="R2270639733854b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ba092607574522"/>
  </p:sldMasterIdLst>
  <p:notesMasterIdLst>
    <p:notesMasterId xmlns:r="http://schemas.openxmlformats.org/officeDocument/2006/relationships" r:id="R7993616f316640bf"/>
  </p:notesMasterIdLst>
  <p:sldIdLst>
    <p:sldId xmlns:r="http://schemas.openxmlformats.org/officeDocument/2006/relationships" id="256" r:id="R9ed7a87f827546b1"/>
    <p:sldId xmlns:r="http://schemas.openxmlformats.org/officeDocument/2006/relationships" id="257" r:id="R3a332a8f661f4873"/>
    <p:sldId xmlns:r="http://schemas.openxmlformats.org/officeDocument/2006/relationships" id="258" r:id="R855d31011e884450"/>
    <p:sldId xmlns:r="http://schemas.openxmlformats.org/officeDocument/2006/relationships" id="259" r:id="Rae086dd53f1f4f39"/>
    <p:sldId xmlns:r="http://schemas.openxmlformats.org/officeDocument/2006/relationships" id="260" r:id="R4172761349934a78"/>
    <p:sldId xmlns:r="http://schemas.openxmlformats.org/officeDocument/2006/relationships" id="261" r:id="Rf3a5ac3f3402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8f8e4882fd4e55" /><Relationship Type="http://schemas.openxmlformats.org/officeDocument/2006/relationships/slideMaster" Target="/ppt/slideMasters/slideMaster1.xml" Id="R02ba092607574522" /><Relationship Type="http://schemas.openxmlformats.org/officeDocument/2006/relationships/notesMaster" Target="/ppt/notesMasters/notesMaster1.xml" Id="R7993616f316640bf" /><Relationship Type="http://schemas.openxmlformats.org/officeDocument/2006/relationships/presProps" Target="/ppt/presProps.xml" Id="R3a65f653fdd6460f" /><Relationship Type="http://schemas.openxmlformats.org/officeDocument/2006/relationships/tableStyles" Target="/ppt/tableStyles.xml" Id="Rdff37471ce594216" /><Relationship Type="http://schemas.openxmlformats.org/officeDocument/2006/relationships/slide" Target="/ppt/slides/slide1.xml" Id="R9ed7a87f827546b1" /><Relationship Type="http://schemas.openxmlformats.org/officeDocument/2006/relationships/slide" Target="/ppt/slides/slide2.xml" Id="R3a332a8f661f4873" /><Relationship Type="http://schemas.openxmlformats.org/officeDocument/2006/relationships/slide" Target="/ppt/slides/slide3.xml" Id="R855d31011e884450" /><Relationship Type="http://schemas.openxmlformats.org/officeDocument/2006/relationships/slide" Target="/ppt/slides/slide4.xml" Id="Rae086dd53f1f4f39" /><Relationship Type="http://schemas.openxmlformats.org/officeDocument/2006/relationships/slide" Target="/ppt/slides/slide5.xml" Id="R4172761349934a78" /><Relationship Type="http://schemas.openxmlformats.org/officeDocument/2006/relationships/slide" Target="/ppt/slides/slide6.xml" Id="Rf3a5ac3f3402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d00d43133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08f14891948c1" /><Relationship Type="http://schemas.openxmlformats.org/officeDocument/2006/relationships/notesMaster" Target="/ppt/notesMasters/notesMaster1.xml" Id="R8a536c8ae6be43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8ddcf5b1d4c1b" /><Relationship Type="http://schemas.openxmlformats.org/officeDocument/2006/relationships/notesMaster" Target="/ppt/notesMasters/notesMaster1.xml" Id="R613999fd7e3a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43bc959570474c" /><Relationship Type="http://schemas.openxmlformats.org/officeDocument/2006/relationships/notesMaster" Target="/ppt/notesMasters/notesMaster1.xml" Id="Rc5ff34156783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dbb88166c54ff8" /><Relationship Type="http://schemas.openxmlformats.org/officeDocument/2006/relationships/notesMaster" Target="/ppt/notesMasters/notesMaster1.xml" Id="R262197858a93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310e7a90734f7a" /><Relationship Type="http://schemas.openxmlformats.org/officeDocument/2006/relationships/notesMaster" Target="/ppt/notesMasters/notesMaster1.xml" Id="Ra06ba00680f94a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453c968dd0484f" /><Relationship Type="http://schemas.openxmlformats.org/officeDocument/2006/relationships/notesMaster" Target="/ppt/notesMasters/notesMaster1.xml" Id="R80507a0069f9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/Users/chltmddn5843/Downloads/skala/wireframe/01.로그인.jpeg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/Users/chltmddn5843/Downloads/skala/wireframe/02.메인페이지.jpeg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/Users/chltmddn5843/Downloads/skala/wireframe/03.작업지시.jpeg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/Users/chltmddn5843/Downloads/skala/wireframe/04.지시상세.jpeg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/Users/chltmddn5843/Downloads/skala/wireframe/05.LOT상세.jpeg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/Users/chltmddn5843/Downloads/skala/wireframe/06.검사등록.jpeg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82195c2d34d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3ba3e99b8b429e" /><Relationship Type="http://schemas.openxmlformats.org/officeDocument/2006/relationships/slideLayout" Target="/ppt/slideLayouts/slideLayout1.xml" Id="Ra671a7db560443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1a7db560443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f6fec35ee4ac8" /><Relationship Type="http://schemas.openxmlformats.org/officeDocument/2006/relationships/image" Target="/ppt/media/image.jpeg" Id="Rdfa8de5c7c604929" /><Relationship Type="http://schemas.openxmlformats.org/officeDocument/2006/relationships/notesSlide" Target="/ppt/notesSlides/notesSlide1.xml" Id="R3bc49cb73b6c47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e8978d4ae402d" /><Relationship Type="http://schemas.openxmlformats.org/officeDocument/2006/relationships/image" Target="/ppt/media/image2.jpeg" Id="Rd414ed9f46f9456b" /><Relationship Type="http://schemas.openxmlformats.org/officeDocument/2006/relationships/notesSlide" Target="/ppt/notesSlides/notesSlide2.xml" Id="R31e66568c06a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b01767acc45ee" /><Relationship Type="http://schemas.openxmlformats.org/officeDocument/2006/relationships/image" Target="/ppt/media/image3.jpeg" Id="R6520c9a0ea1f4f6c" /><Relationship Type="http://schemas.openxmlformats.org/officeDocument/2006/relationships/notesSlide" Target="/ppt/notesSlides/notesSlide3.xml" Id="Rde19f44f16d340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7040a67c14016" /><Relationship Type="http://schemas.openxmlformats.org/officeDocument/2006/relationships/image" Target="/ppt/media/image4.jpeg" Id="R20a405bdf4824f65" /><Relationship Type="http://schemas.openxmlformats.org/officeDocument/2006/relationships/notesSlide" Target="/ppt/notesSlides/notesSlide4.xml" Id="Rc7b8ab4646cb4c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d7f3a8826448f" /><Relationship Type="http://schemas.openxmlformats.org/officeDocument/2006/relationships/image" Target="/ppt/media/image5.jpeg" Id="Rfda53a0ea82f4be6" /><Relationship Type="http://schemas.openxmlformats.org/officeDocument/2006/relationships/notesSlide" Target="/ppt/notesSlides/notesSlide5.xml" Id="R70f87fefcbb4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240ead5d84d2a" /><Relationship Type="http://schemas.openxmlformats.org/officeDocument/2006/relationships/image" Target="/ppt/media/image6.jpeg" Id="R98c1ec59c2e94a52" /><Relationship Type="http://schemas.openxmlformats.org/officeDocument/2006/relationships/notesSlide" Target="/ppt/notesSlides/notesSlide6.xml" Id="Ra3bcd1ceca884a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305C7-556D-442D-9811-10F67A3C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1E70-FEE7-4DDA-81FC-C80DB102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01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3CFDA-ED67-4967-8328-A7749E5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01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8415F-F6F1-45A1-A603-DCE8F49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61" y="904875"/>
            <a:ext cx="4037279" cy="54864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8de5c7c604929"/>
          <a:stretch xmlns:a="http://schemas.openxmlformats.org/drawingml/2006/main"/>
        </p:blipFill>
        <p:spPr>
          <a:xfrm xmlns:a="http://schemas.openxmlformats.org/drawingml/2006/main">
            <a:off x="1562761" y="981075"/>
            <a:ext cx="3884879" cy="533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00257-1E7D-41A8-B270-E6048DF3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602" y="358228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D0D8E-46A8-45AC-8F2D-21C1C0E6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602" y="3591806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34182-B972-400F-9E39-9EC1F44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4857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F17BF-7D65-4A6C-AEEE-5C6A489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4E38D-E015-404C-80FE-649879FC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FEFBC-1943-4E0B-BB88-767C101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9E9A1-3580-44E3-B5D3-493B77C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AC258-0A53-4E1A-97F2-4A2C9C2C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620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/api/auth/login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32440-9A7F-4D19-B1D7-D4A33B8E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24000"/>
            <a:ext cx="4552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아이디·비밀번호를 확인하고 세션과 사용자 역할을 반환한다. 성공 후 MANAGER·OPERATOR·QUALITY에 맞는 첫 화면으로 이동한다.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85DE2-BA11-4B2E-9BD0-3A46314B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6FB38-E368-43BA-8C5A-89AAB8E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역할별 데모 로그인 버튼도 동일한 로그인 API를 사용하고 계정만 다르다.</a:t>
            </a:r>
          </a:p>
        </p:txBody>
      </p:sp>
    </p:spTree>
    <p:extLst>
      <p:ext uri="{BB962C8B-B14F-4D97-AF65-F5344CB8AC3E}">
        <p14:creationId xmlns:p14="http://schemas.microsoft.com/office/powerpoint/2010/main" val="839574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E6BC7-70D1-488B-B201-91D82C07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18066-26C1-49DA-879B-95413AF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02 메인페이지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7AEA1-AD1E-439E-AFED-754954C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E4EE1-05A4-4CD4-BDD3-00A78078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3892"/>
            <a:ext cx="7962900" cy="3971216"/>
          </a:xfrm>
          <a:prstGeom xmlns:a="http://schemas.openxmlformats.org/drawingml/2006/main" prst="roundRect">
            <a:avLst>
              <a:gd name="adj" fmla="val 1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4ed9f46f9456b"/>
          <a:stretch xmlns:a="http://schemas.openxmlformats.org/drawingml/2006/main"/>
        </p:blipFill>
        <p:spPr>
          <a:xfrm xmlns:a="http://schemas.openxmlformats.org/drawingml/2006/main">
            <a:off x="361950" y="1710092"/>
            <a:ext cx="7810500" cy="38188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DDFAD-E4F0-4011-8F60-1C4F1111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956" y="175580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C5F07-AB9D-4F91-9503-CAAA7DD0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956" y="1765326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5D74F-D52C-4CAA-B1F9-B6ACF5CF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98" y="463169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181D0-D3BF-497C-A528-50A250FC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98" y="4641224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AE29C-A984-479C-BB55-CCEE95A3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0E741-29AE-4296-AD77-2A28D26B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9980-5377-4C3E-885A-33167BCE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BAC6A-3FEC-4D4D-86FE-9EB1DAFC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A038A-FCFB-47BF-98AF-10BBB526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744F6-168F-4150-81E1-1B313D5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/api/auth/me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10D62-42D4-4B5D-9104-60B0B82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현재 로그인한 사용자의 이름과 역할을 조회해 상단에 표시한다.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D262C-9AAC-45AE-A40F-CC78125C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49D03-CB99-4CAB-906F-B434A765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3C1CB-CCD5-4E78-AB0C-1C10D3F8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E5BEF-7EE5-438E-B09F-B7F9D913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C4005-DDB4-4112-8DF7-DE15D950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FF141-4B74-4656-9032-B46B362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B51E6-9DBE-4542-90E8-11D6271C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오늘의 작업지시 실적과 품질 확인대기 LOT를 조회해 '오늘의 확인 항목'에 표시한다.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9ED6E-F474-4CDC-915E-1419D85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164A9-B957-4F49-9163-5400C24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672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작업지시·생산 기록·품질관리 카드는 화면 이동 기능이며 API를 직접 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13894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9433D-2851-4FF5-B41F-0546229C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59ADF-C8DF-4043-A65F-0D1C5181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03 작업지시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D7C65-67D1-4C3B-BA8A-E0194CB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E683E-AABB-4F2F-A1F4-2BE31755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22519"/>
            <a:ext cx="7962900" cy="2793963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0c9a0ea1f4f6c"/>
          <a:stretch xmlns:a="http://schemas.openxmlformats.org/drawingml/2006/main"/>
        </p:blipFill>
        <p:spPr>
          <a:xfrm xmlns:a="http://schemas.openxmlformats.org/drawingml/2006/main">
            <a:off x="361950" y="2298719"/>
            <a:ext cx="7810500" cy="2641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9400D-1518-4732-85D8-9D101BB9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33" y="325966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04683-CF07-40CF-B0E4-A8240AE6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33" y="326919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D4E01-DC03-4620-88CC-3CE7D2B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705" y="272678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FA6BC-1C8C-4C27-8B5D-1BA12CE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705" y="273631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81A24-A13D-4B7E-9F38-D5FCA8EF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21" y="373925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C3B79-51E5-4046-B955-6D890BC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21" y="3748784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BF96D-6B33-483B-814A-31270949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FEDC0-9C67-4C46-A70E-E432F23A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B07A5-EF7F-49C2-B6DB-F2948D3C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DAC99-5CE3-4B54-A93F-6F215B9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D2AB-1CF3-4911-A6EC-A6E162C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E771C-339D-452D-85CF-DA9E652A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/api/work-orders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A4504-5899-4FAA-A4CC-4B0FDE50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작업지시 목록과 품목·진행률·납기·상태를 조회한다.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48E8A-E1B5-4717-B41B-DD4E5208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2B748-05B7-48EF-A8DA-3CFE8A93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F1486-646E-40D9-A9FD-B8F88B76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834FC-3169-4813-B0A2-FE5CE00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FD88B-457D-4A9B-BBB5-E67DC666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61DCC-D874-4643-BFCC-1E90E76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61B0B-7CA3-4D13-BE64-BB47E010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품목, 목표수량, 예정일을 받아 PLANNED 상태의 작업지시를 생성한다.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2D535-C49E-43FB-88FC-9D6AF76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DC0F7-C579-44F3-92CF-696347F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383CE-0698-46F8-86C1-FC1EAC68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338D8-55CC-4B3E-84F6-A6C82CD9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A4D92-4011-43DE-852D-33A304D6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C77E2-7D4B-4881-A2B9-BE5EF418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/api/work-orders/{id}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FD8B2-660F-4ED6-8512-F335EE6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지시번호를 클릭하면 누적 생산량과 연결 LOT를 포함한 상세를 조회한다.</a:t>
            </a:r>
          </a:p>
        </p:txBody>
      </p:sp>
    </p:spTree>
    <p:extLst>
      <p:ext uri="{BB962C8B-B14F-4D97-AF65-F5344CB8AC3E}">
        <p14:creationId xmlns:p14="http://schemas.microsoft.com/office/powerpoint/2010/main" val="1206894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9D3D26-97F6-4399-84EF-E4FAF87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D435C-DABA-4680-9D9C-A3533EE9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04 지시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90960-1C96-4428-A006-A3CE46F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C74F1-9EE4-47F7-A46E-98A3BF39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87" y="933450"/>
            <a:ext cx="7533025" cy="5372100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405bdf4824f65"/>
          <a:stretch xmlns:a="http://schemas.openxmlformats.org/drawingml/2006/main"/>
        </p:blipFill>
        <p:spPr>
          <a:xfrm xmlns:a="http://schemas.openxmlformats.org/drawingml/2006/main">
            <a:off x="576887" y="1009650"/>
            <a:ext cx="738062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1F493-5FE0-4A12-A647-C04B062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46" y="136896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EAA99-B970-4F05-8160-3C1B92AD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46" y="1378487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29610-1699-467F-B30B-1514164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144" y="139939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70CE3-BF11-48A0-90C2-365C6EC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144" y="140892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93054-4156-41F7-A7CD-E615381A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57" y="379619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7E0AF-6B6F-41B3-8038-A4C85AE4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57" y="3805723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5CEC2-9472-4858-90B2-3B84DF08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41" y="552341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8CE14-673A-4132-834C-31B1188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41" y="553294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BDE98-3B1B-4C92-8E86-F9DCB84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4C118-C168-4672-BDF9-C4560B8B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22A1B-D32B-436F-9CCD-C7E27002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46836-5A6A-4EE4-B655-DD13D96E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0CC09-9558-4DB9-9E69-6518CE13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538D4-D310-4779-83D8-FF550F3F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/api/work-orders/{id}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47FD0-D6AB-46D2-8CFF-B93795DB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목표수량, 누적 실적, 진행률과 연결 LOT 목록을 조회한다.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A20D4-2125-453B-8D16-B0EEE6BA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0FD4C-1899-47D3-9124-7BFD573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42156-FBE5-40B6-A477-3C7D1F3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98B4F-DA90-472B-98B2-4A91732B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4A8CB-E377-4F1B-9E7C-BA8393AF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A04FE-CB8F-45FD-B7F4-259F9E7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/api/work-orders/{id}/close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D16D1-C077-4B14-8F4F-D129B4F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진행 중인 작업지시를 종료한다. 목표 미달이면 종료 사유를 함께 저장한다.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F2FC8-4ED1-4CAC-A136-7C0D0AC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CFC57-220B-476E-9D9E-0A9A45A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3F79B-3D14-412B-A29B-15AA2528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D48D0F-BA09-452E-93B8-2DB8FD18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95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A329-BBA7-44ED-8FE3-2BCC9475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95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CB629-B13A-4469-92D8-5235FF07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/api/work-orders/{id}/lots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830BA-55A0-4ADF-8A1C-550B79AA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5290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LOT 번호·설비·수량·생산시간을 저장하고 지시의 누적 실적을 갱신한다.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3DD625-619E-4207-9273-F38D085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6CA5B-5642-4361-B201-2B2DAB9B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51CF52-0E94-46AF-BDA7-3B6346A7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BC1AA2-F292-40B2-9DD0-69B4EE60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3397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4F13C7-5005-440E-AD75-0EEBB9D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339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9F335E-FF15-491C-BEE3-9C6581F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54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24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/api/work-orders/{id}/lots/{lotId}/anomalies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2D935-23C8-4A32-8EB0-17C9F543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이상 유형·발생시각·관찰 메모를 저장해 LOT를 품질 확인대기 대상으로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386094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1721D-4977-4403-8E82-F8DD747F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C0C1B-B872-4F61-A4D7-AFF7FA5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05 LOT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8D312-8BE3-41AA-80B2-A617B5E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05B93-9482-42E5-8C9D-63AB8EC4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81735"/>
            <a:ext cx="7962900" cy="5075529"/>
          </a:xfrm>
          <a:prstGeom xmlns:a="http://schemas.openxmlformats.org/drawingml/2006/main" prst="roundRect">
            <a:avLst>
              <a:gd name="adj" fmla="val 15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53a0ea82f4be6"/>
          <a:stretch xmlns:a="http://schemas.openxmlformats.org/drawingml/2006/main"/>
        </p:blipFill>
        <p:spPr>
          <a:xfrm xmlns:a="http://schemas.openxmlformats.org/drawingml/2006/main">
            <a:off x="361950" y="1157935"/>
            <a:ext cx="7810500" cy="492312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786E8-433F-404A-AF51-5C3B533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558" y="153413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DCACB-5BC6-40F8-A92D-D2851A46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558" y="1543663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C0282-AB28-4E5B-9C3D-917F204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087" y="442150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E326D-A923-49B1-ADF5-8A10D313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087" y="4431034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62DAF-AF60-4F1F-80A6-133C78C2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87" y="481081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1656A-3EED-42C8-A696-A0100AEF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87" y="482034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5D64A-AD32-41AA-979B-56E032E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B60FA-375B-40E0-AE16-79D10CA1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E759E-1826-4BDB-9843-C71A26C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2CA95-E030-482C-84FB-4115B0D8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F7E9F-166D-4321-B5EF-361A1C32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E5CA5-1C20-4E9A-ACE5-4FF0EEB6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/api/lots/{id}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D91C0-AE27-496B-A1FA-C347AB5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LOT의 생산·규격·검사결과·AI 요약 이력을 한 번에 조회한다.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36286-5678-4DDE-B284-FD47B308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DD58F-0888-47AD-9BB4-3788224F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7B842-0F89-4D54-9CCE-1ED0D7F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16C2B-D1DA-4563-A771-EB9242C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90001-CB04-45C3-8145-87022F8A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2997D-C33E-49AE-B9D0-50F7989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/api/lots/{id}/related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615FA-6CB3-4A31-950D-744B9F7F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같은 품목·설비·생산일을 기준으로 관련 LOT 후보를 조회한다.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0CF55-BBAF-4F0B-9484-BE407124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11498-8D0C-4E63-B9B8-A2C505C3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110E0E-0EC9-41D6-AAEC-FD8BBB6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0E9BED-9D61-4BE6-88FA-C08844DB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71D8D-D6C2-45BB-8BB8-93A7BDA6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85ADA-6710-4E93-B7E9-D05B405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/api/lots/{id}/ai-summaries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46242-2958-4E7D-A825-5E5357F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선택한 relatedLotIds와 기준 LOT를 함께 분석해 AI 요약을 생성하고 근거 LOT 스냅샷을 저장한다.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3430D6-1B28-4601-8801-B69C4697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15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C7E12-5CCD-45BF-960F-6284579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912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AI 요약은 검사가 확정된 LOT에서만 생성할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815358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607B1-8E59-4E37-B188-797043B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291F7-99C6-4336-8022-74330ECC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06 검사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44C91-2D8D-4825-86F2-2199AE46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81FD-A58F-4B15-BCC8-2F703EE4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2977"/>
            <a:ext cx="7962900" cy="4393047"/>
          </a:xfrm>
          <a:prstGeom xmlns:a="http://schemas.openxmlformats.org/drawingml/2006/main" prst="roundRect">
            <a:avLst>
              <a:gd name="adj" fmla="val 17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1ec59c2e94a52"/>
          <a:stretch xmlns:a="http://schemas.openxmlformats.org/drawingml/2006/main"/>
        </p:blipFill>
        <p:spPr>
          <a:xfrm xmlns:a="http://schemas.openxmlformats.org/drawingml/2006/main">
            <a:off x="361950" y="1499177"/>
            <a:ext cx="7810500" cy="42406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7F0B2-27CB-4285-9332-7355D450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39" y="191144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7567D-A272-4D41-91C7-3B2B99E7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39" y="1920966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9626E-1658-4141-8578-BB6D2A04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0" y="508036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2B15D-9C23-4582-AAC2-8FD6467C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0" y="508988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AAD7-D4B9-4F21-8542-D5D0ED4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FFE99-EEFB-45C9-8CBB-FE6A8C59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ABB4C-0ADC-4DC3-8FBD-83B1F21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028C0-3FDC-4A05-A2C9-CAB604D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14D1C-B570-4444-881C-9C908FA0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C6E1F-A714-431B-85D9-589D8331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/api/lots/{id}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FFDB7-A814-4981-89E2-B2C7C9D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LOT 수량과 생산 시점의 규격을 조회해 측정값 입력 화면을 구성한다.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B53FF-7A2C-4F62-ACEF-175152F2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97CB4-46DE-4DDA-BAAB-12E9D74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A94D0-DCB6-48D2-8E2F-5A485B1C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8D045-978B-47E4-91A8-FFA8605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44BE7-3416-4ED5-8B2D-BCB055B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E2839-A37C-4FA3-9D74-39E845EE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/api/lots/{id}/inspection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D8EBC-4BF1-4D72-8404-91A66518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제품 순번별 측정값과 검사 메모를 저장한다. 서버가 9.90~10.10 mm 규격과 비교해 PASS/FAIL을 계산한다.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C1A10-6E9B-47C1-8664-50702446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3535E-E9AC-4BAE-85CF-20C25AC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672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측정값 개수가 LOT 생산수량과 다르면 확정을 거절하며, LOT당 검사는 1회만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552203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2026-09-09T11:10:55.3840000Z</dcterms:created>
  <dcterms:modified xsi:type="dcterms:W3CDTF">2026-09-09T11:10:55.3840000Z</dcterms:modified>
</coreProperties>
</file>