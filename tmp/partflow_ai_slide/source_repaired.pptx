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A2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6233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웹 서비스 설계 Mini-project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PartFlow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생산·품질관리 MES 웹 서비스 설계 문서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단위로 생산·검사 기록을 연결하고, AI가 인수인계 초안을 보조하는 교육용 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{반} · {이름}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설계 문서 목차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소개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4712" y="1892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Execution System이란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4048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배경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· 이해관계자 흐름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095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471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액터 정의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4712" y="3502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생산관리자 · 작업자 · 품질담당자 · 외부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4712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UI 흐름도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4712" y="4306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이동 흐름 · 액터별 흐름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818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4791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화면별 상세 설계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4712" y="5111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로그인부터 검사 등록까지 8개 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6872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기반 인수인계 요약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76872" y="1892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흐름 · 역할 경계 · 안전장치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4048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76872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모델 설계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76872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ENUM 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2095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687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명세 정의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76872" y="3502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구조 · 핵심 엔드포인트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40142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6872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예외 및 에러 처리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76872" y="4306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에러 코드 · 화면 상태 처리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4818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76872" y="4791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76872" y="5111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파일 안내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소개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Execution System — 생산 현장 실시간 모니터링·제어 시스템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주문부터 완제품 출하까지의 전 과정을 실시간으로 모니터링하고 제어하는 시스템. 제조 현장에서 널리 쓰이지만, 구축 요소가 많은 만큼 AI 도입 여지도 큰 영역이다.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4206240" cy="1371600"/>
          </a:xfrm>
          <a:prstGeom prst="roundRect">
            <a:avLst>
              <a:gd name="adj" fmla="val 4667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52044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PartFlow의 접근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3822192"/>
            <a:ext cx="3803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전체를 구현하는 대신 핵심 기능 하나(LOT 생산·검사·AI 인수인계)를 정해, 그 안의 페인포인트를 해결하는 방향으로 설계 범위를 좁혔다.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1554480"/>
            <a:ext cx="6476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MES가 다루는 전형적인 범위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011680"/>
            <a:ext cx="1188720" cy="1325880"/>
          </a:xfrm>
          <a:prstGeom prst="roundRect">
            <a:avLst>
              <a:gd name="adj" fmla="val 4615"/>
            </a:avLst>
          </a:prstGeom>
          <a:solidFill>
            <a:srgbClr val="FF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주문 · 계획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계획 수립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 rot="5400000">
            <a:off x="6402629" y="2606040"/>
            <a:ext cx="100584" cy="13716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2011680"/>
            <a:ext cx="1188720" cy="1325880"/>
          </a:xfrm>
          <a:prstGeom prst="roundRect">
            <a:avLst>
              <a:gd name="adj" fmla="val 4615"/>
            </a:avLst>
          </a:prstGeom>
          <a:solidFill>
            <a:srgbClr val="FFF3E8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65392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65392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가공·실적 기록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 rot="5400000">
            <a:off x="7664501" y="2606040"/>
            <a:ext cx="100584" cy="13716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35824" y="2011680"/>
            <a:ext cx="1188720" cy="1325880"/>
          </a:xfrm>
          <a:prstGeom prst="roundRect">
            <a:avLst>
              <a:gd name="adj" fmla="val 4615"/>
            </a:avLst>
          </a:prstGeom>
          <a:solidFill>
            <a:srgbClr val="FFF3E8"/>
          </a:solidFill>
          <a:ln/>
        </p:spPr>
      </p:sp>
      <p:sp>
        <p:nvSpPr>
          <p:cNvPr id="24" name="Text 22"/>
          <p:cNvSpPr/>
          <p:nvPr/>
        </p:nvSpPr>
        <p:spPr>
          <a:xfrm>
            <a:off x="7827264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27264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측정 · 검사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27264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측정값 확보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 rot="5400000">
            <a:off x="8926373" y="2606040"/>
            <a:ext cx="100584" cy="13716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8997696" y="2011680"/>
            <a:ext cx="1188720" cy="1325880"/>
          </a:xfrm>
          <a:prstGeom prst="roundRect">
            <a:avLst>
              <a:gd name="adj" fmla="val 4615"/>
            </a:avLst>
          </a:prstGeom>
          <a:solidFill>
            <a:srgbClr val="FFF3E8"/>
          </a:solidFill>
          <a:ln/>
        </p:spPr>
      </p:sp>
      <p:sp>
        <p:nvSpPr>
          <p:cNvPr id="29" name="Text 27"/>
          <p:cNvSpPr/>
          <p:nvPr/>
        </p:nvSpPr>
        <p:spPr>
          <a:xfrm>
            <a:off x="9089136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89136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89136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자동 판정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 rot="5400000">
            <a:off x="10188245" y="2606040"/>
            <a:ext cx="100584" cy="13716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59568" y="2011680"/>
            <a:ext cx="1188720" cy="132588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/>
        </p:spPr>
      </p:sp>
      <p:sp>
        <p:nvSpPr>
          <p:cNvPr id="34" name="Text 32"/>
          <p:cNvSpPr/>
          <p:nvPr/>
        </p:nvSpPr>
        <p:spPr>
          <a:xfrm>
            <a:off x="10351008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51008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출하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51008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적합품 출하 처리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212080" y="35204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PartFlow는 01~04(주문·계획은 작업지시로 대체)까지를 구현 범위로 하며, 05 출하 연동은 범위 밖이다.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4114800"/>
            <a:ext cx="6476695" cy="1737360"/>
          </a:xfrm>
          <a:prstGeom prst="roundRect">
            <a:avLst>
              <a:gd name="adj" fmla="val 3684"/>
            </a:avLst>
          </a:prstGeom>
          <a:solidFill>
            <a:srgbClr val="0F1729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4279392"/>
            <a:ext cx="6019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AI인가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40680" y="4572000"/>
            <a:ext cx="6019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MES는 설비·품질·인력 데이터가 한 곳에 모이는 시스템이라, 자유문장 기록을 정리하고 인수인계를 돕는 AI를 접목하기에 특히 유리한 영역이다.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배경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구형 설비의 아날로그 기록이 LOT 이력으로 곧바로 연결되지 못하는 문제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4630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1 · 아날로그 설비와 정보 단절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" y="1737360"/>
            <a:ext cx="3712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수집 장치가 없는 구형 설비(M1 등)는 작업자가 태블릿으로 수기 입력해야 하며, 이 기록이 LOT 이력으로 곧바로 연결되지 않는다.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572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5148072" y="1737360"/>
            <a:ext cx="164592" cy="201168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1371600"/>
            <a:ext cx="5806440" cy="1051560"/>
          </a:xfrm>
          <a:prstGeom prst="roundRect">
            <a:avLst>
              <a:gd name="adj" fmla="val 5217"/>
            </a:avLst>
          </a:prstGeom>
          <a:solidFill>
            <a:srgbClr val="FF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5696712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96712" y="1737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등록 시 설비 정보를 함께 고정해 생산·검사·이상징후를 LOT 상세에서 한 번에 조회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69748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2 · 수기 입력·인수인계의 비효율성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2971800"/>
            <a:ext cx="3712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작업자가 남긴 여러 메모를 담당자가 직접 취합해 인수인계 문서를 매번 다시 작성해야 한다.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57200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 rot="5400000">
            <a:off x="5148072" y="2971800"/>
            <a:ext cx="164592" cy="201168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0" y="2606040"/>
            <a:ext cx="5806440" cy="1051560"/>
          </a:xfrm>
          <a:prstGeom prst="roundRect">
            <a:avLst>
              <a:gd name="adj" fmla="val 5217"/>
            </a:avLst>
          </a:prstGeom>
          <a:solidFill>
            <a:srgbClr val="FF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696712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96712" y="2971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관찰 사실 · 미확인 사항 · 다음 확인 질문 구조로 인수인계 초안을 자동 생성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이해관계자 흐름 — 문제가 실제로 이어지는 지점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3434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3E8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47141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생산관리자 → 작업자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" y="5001768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생성(PLANNED) → 작업자가 확인 후 시작(IN_PROGRESS), LOT 생산실적 수기 입력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rot="5400000">
            <a:off x="4096512" y="5056632"/>
            <a:ext cx="164592" cy="201168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0248" y="43434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18888" y="447141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작업자 → 품질담당자 (핵심 연결점)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71416" y="5001768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이상징후를 텍스트로 입력하면 해당 LOT이 품질담당자 대시보드에서 '확인대기'로 자동 전환되고 AI가 내용을 정규화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rot="5400000">
            <a:off x="7863840" y="5056632"/>
            <a:ext cx="164592" cy="201168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34" name="Shape 32"/>
          <p:cNvSpPr/>
          <p:nvPr/>
        </p:nvSpPr>
        <p:spPr>
          <a:xfrm>
            <a:off x="8037576" y="43434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820216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6216" y="447141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품질담당자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38744" y="5001768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 입력 → 서버 자동판정(PASS/FAIL) → 관련 LOT 탐색 → AI 요약 초안으로 인수인계 정리·저장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액터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생산관리자 · 작업자 · 품질담당자 3개 역할 + 외부 AI 서비스로 구성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1874520"/>
            <a:ext cx="640080" cy="640080"/>
          </a:xfrm>
          <a:prstGeom prst="ellipse">
            <a:avLst/>
          </a:prstGeom>
          <a:solidFill>
            <a:srgbClr val="FFF3E8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박관리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3383280"/>
            <a:ext cx="1691640" cy="10973"/>
          </a:xfrm>
          <a:prstGeom prst="rect">
            <a:avLst/>
          </a:prstGeom>
          <a:solidFill>
            <a:srgbClr val="E4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35661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생성·종료, 전체 현황 조회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7972" y="1874520"/>
            <a:ext cx="640080" cy="640080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34797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0215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02152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22192" y="3383280"/>
            <a:ext cx="1691640" cy="10973"/>
          </a:xfrm>
          <a:prstGeom prst="rect">
            <a:avLst/>
          </a:prstGeom>
          <a:solidFill>
            <a:srgbClr val="E4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5661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시작, LOT 생산실적·이상징후 등록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7064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10044" y="18745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721004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64224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품질담당자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4224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김품질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84264" y="3383280"/>
            <a:ext cx="1691640" cy="10973"/>
          </a:xfrm>
          <a:prstGeom prst="rect">
            <a:avLst/>
          </a:prstGeom>
          <a:solidFill>
            <a:srgbClr val="E4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35661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등록, 관련 LOT 확인, AI 요약 생성·검토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89136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72116" y="1874520"/>
            <a:ext cx="640080" cy="64008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100721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26296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AI 서비스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26296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46336" y="3383280"/>
            <a:ext cx="1691640" cy="10973"/>
          </a:xfrm>
          <a:prstGeom prst="rect">
            <a:avLst/>
          </a:prstGeom>
          <a:solidFill>
            <a:srgbClr val="E4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9290304" y="35661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전달한 기록을 요약 (합/불 판정은 하지 않음)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074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F03(작업 시작·종료)는 작업자(시작)와 생산관리자(종료)로 책임을 분리해 정의했다.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4864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검증 —  401 인증 실패   /   403 권한 없음   /   409 상태 충돌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UI 흐름도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→ 현황 → 작업지시 → LOT 상세 → 검사 등록으로 이어지는 기본 흐름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pic>
        <p:nvPicPr>
          <p:cNvPr id="7" name="Image 0" descr="/home/claude/diagrams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88" y="1737360"/>
            <a:ext cx="10789920" cy="9623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57984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2" name="Text 9"/>
          <p:cNvSpPr/>
          <p:nvPr/>
        </p:nvSpPr>
        <p:spPr>
          <a:xfrm>
            <a:off x="2157984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31136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대시보드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13048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5" name="Text 12"/>
          <p:cNvSpPr/>
          <p:nvPr/>
        </p:nvSpPr>
        <p:spPr>
          <a:xfrm>
            <a:off x="3813048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86200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목록·등록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68112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/>
          <p:nvPr/>
        </p:nvSpPr>
        <p:spPr>
          <a:xfrm>
            <a:off x="5468112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41264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 상세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23176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21" name="Text 18"/>
          <p:cNvSpPr/>
          <p:nvPr/>
        </p:nvSpPr>
        <p:spPr>
          <a:xfrm>
            <a:off x="7123176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96328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상세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78240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24" name="Text 21"/>
          <p:cNvSpPr/>
          <p:nvPr/>
        </p:nvSpPr>
        <p:spPr>
          <a:xfrm>
            <a:off x="8778240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851392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등록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433304" y="3246120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27" name="Text 24"/>
          <p:cNvSpPr/>
          <p:nvPr/>
        </p:nvSpPr>
        <p:spPr>
          <a:xfrm>
            <a:off x="10433304" y="3337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506456" y="36301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랜딩 · 공정흐름 개념도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현황(S02)은 전체 내부 역할이 공통으로 조회 가능하며, 나머지 화면은 역할별 권한에 따라 접근한다.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요구사항 대응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02920" y="5440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 작업지시 등록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34056" y="5440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34" name="Text 31"/>
          <p:cNvSpPr/>
          <p:nvPr/>
        </p:nvSpPr>
        <p:spPr>
          <a:xfrm>
            <a:off x="2734056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 LOT 생산실적 등록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965192" y="5440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36" name="Text 33"/>
          <p:cNvSpPr/>
          <p:nvPr/>
        </p:nvSpPr>
        <p:spPr>
          <a:xfrm>
            <a:off x="4965192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 측정값 기반 검사 확정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196328" y="5440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38" name="Text 35"/>
          <p:cNvSpPr/>
          <p:nvPr/>
        </p:nvSpPr>
        <p:spPr>
          <a:xfrm>
            <a:off x="7196328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F09 관련 LOT 조회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427464" y="5440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40" name="Text 37"/>
          <p:cNvSpPr/>
          <p:nvPr/>
        </p:nvSpPr>
        <p:spPr>
          <a:xfrm>
            <a:off x="9427464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F07/F08 AI 요약·검토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UI 흐름도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액터별 흐름 — 생산관리자 · 작업자 · 품질담당자 (PPT 도형으로 직접 수정 가능)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80660" y="13716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066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" y="2441448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41448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대시보드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" y="3136392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36392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목록·등록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3140" y="2880360"/>
            <a:ext cx="9144" cy="2560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" y="3831336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831336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 상세 (작업지시 종료)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63140" y="3575304"/>
            <a:ext cx="9144" cy="2560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2057400"/>
            <a:ext cx="352044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44568" y="2441448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441448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대시보드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44568" y="3136392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3136392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 상세 (작업 시작)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3620" y="2880360"/>
            <a:ext cx="9144" cy="256032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44568" y="3831336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831336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생산실적 등록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3575304"/>
            <a:ext cx="9144" cy="256032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44568" y="4526280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452628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이상징후 등록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03620" y="4270248"/>
            <a:ext cx="9144" cy="256032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83880" y="2057400"/>
            <a:ext cx="3520440" cy="376732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품질담당자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85048" y="2441448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76488" y="2441448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대시보드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85048" y="3136392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6488" y="3136392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상세 (검사대기 확인)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944100" y="2880360"/>
            <a:ext cx="9144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85048" y="3831336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6488" y="3831336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등록 (측정값→PASS/FAIL)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44100" y="3575304"/>
            <a:ext cx="9144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85048" y="4526280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76488" y="452628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상세 (관련 LOT 확인)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944100" y="4270248"/>
            <a:ext cx="9144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385048" y="5221224"/>
            <a:ext cx="3118104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5221224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 생성·검토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44100" y="4965192"/>
            <a:ext cx="9144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2263140" y="1755648"/>
            <a:ext cx="38404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103620" y="1755648"/>
            <a:ext cx="9144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103620" y="1755648"/>
            <a:ext cx="38404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7662672" y="3355848"/>
            <a:ext cx="722376" cy="1389888"/>
          </a:xfrm>
          <a:prstGeom prst="line">
            <a:avLst/>
          </a:prstGeom>
          <a:noFill/>
          <a:ln w="22225">
            <a:solidFill>
              <a:srgbClr val="F97316"/>
            </a:solidFill>
            <a:prstDash val="dash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7571232" y="35478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확인 요청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6053328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6053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화살표: 작업자가 이상징후를 등록하면 품질담당자 쪽 LOT이 '확인대기' 상태로 전환되며 두 역할이 실제로 연결된다.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화면별 상세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로그인 · S02 현황 대시보드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" y="1408176"/>
            <a:ext cx="5458968" cy="2628328"/>
          </a:xfrm>
          <a:prstGeom prst="roundRect">
            <a:avLst>
              <a:gd name="adj" fmla="val 174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8" name="Image 0" descr="/home/claude/wireframes/s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349240" cy="251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63056" y="1408176"/>
            <a:ext cx="4513286" cy="289864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10" name="Image 1" descr="/home/claude/wireframes/s02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4403558" cy="2788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로그인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역할별 바로 로그인(데모) 3종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292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/auth/login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0936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현황 대시보드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0936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설비별 작업 상태, 시간대별 생산실적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0936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 /dashboard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화면별 상세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작업지시 목록·등록 · S04 지시 상세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" y="1408176"/>
            <a:ext cx="5458968" cy="1532477"/>
          </a:xfrm>
          <a:prstGeom prst="roundRect">
            <a:avLst>
              <a:gd name="adj" fmla="val 298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8" name="Image 0" descr="/home/claude/wireframes/s03_work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349240" cy="14227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63056" y="1408176"/>
            <a:ext cx="4902144" cy="289864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10" name="Image 1" descr="/home/claude/wireframes/s04_workorder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4792416" cy="2788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작업지시 목록·등록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생산/목표 진행률, 상태 뱃지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292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GET·POST /work-orders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0936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지시 상세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0936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작업 시작·LOT 실적·이상징후 등록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0936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/work-orders/{id}/lots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화면별 상세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LOT 상세 · S06 검사 등록 (핵심 기능)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" y="1408176"/>
            <a:ext cx="5380128" cy="289864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8" name="Image 0" descr="/home/claude/wireframes/s05_lot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27040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63056" y="1408176"/>
            <a:ext cx="5458968" cy="2594896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10" name="Image 1" descr="/home/claude/wireframes/s06_insp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49240" cy="2485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LOT 상세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관련 LOT 후보 + AI 요약 초안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292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 /lots/{id}, /lots/{id}/related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09360" y="4572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검사 등록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09360" y="4864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측정값 입력 → 서버가 PASS/FAIL 자동판정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09360" y="5138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/lots/{id}/inspection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기반 인수인계 요약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상세 화면에서 검사 완료 후 생성 — 판정이 아닌 '정리'가 목적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3E8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1031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불가한 검사·생산 기록 +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계산한 수량·비율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3877056" y="1984248"/>
            <a:ext cx="219456" cy="274320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41732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45312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처리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3128" y="21031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AI가 관찰 사실 · 미확인 사항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다음 확인 질문 구조로 정리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5400000">
            <a:off x="7626096" y="1984248"/>
            <a:ext cx="219456" cy="274320"/>
          </a:xfrm>
          <a:prstGeom prst="triangle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41732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3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0216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출력·검토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02168" y="210312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상세 화면에 초안 표시 →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품질담당자가 검토 후 저장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하지 않는 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58444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불량 원인 판단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58444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합격/불합격 판정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58444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출하 가능 여부 결정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최종 판단은 품질담당자가 한다 — AI는 근거 기록을 구조화해 검토를 돕는다.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29400" y="3200400"/>
            <a:ext cx="5059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안전장치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29400" y="3639312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6830568" y="3547872"/>
            <a:ext cx="48582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원기록(검사·생산 기록)은 절대 수정되지 않음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4059936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6" name="Text 34"/>
          <p:cNvSpPr/>
          <p:nvPr/>
        </p:nvSpPr>
        <p:spPr>
          <a:xfrm>
            <a:off x="6830568" y="3968496"/>
            <a:ext cx="48582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실패해도 이력 저장(status: FAILED) 후 재시도 가능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480560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6830568" y="4389120"/>
            <a:ext cx="48582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초안과 사람 검토본을 분리 저장 (summary_reviews)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초안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“LOT-A 규격 이탈 2건(#4, #5). 원인은 기록상 확인되지 않음. 같은 시간대 M1에서 생산된 LOT-B는 아직 검사되지 않음 — 검사 진행 여부를 확인해 주세요.”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모델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개별 측정값 기반 규격 자동판정 구조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pic>
        <p:nvPicPr>
          <p:cNvPr id="7" name="Image 0" descr="/home/claude/diagram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750344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19024" y="1463040"/>
            <a:ext cx="6069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설계 포인트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19024" y="18105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5820192" y="1719072"/>
            <a:ext cx="5868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측정값(measurements) 저장 → 서버가 규격과 비교해 PASS/FAIL 자동 판정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19024" y="22677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5820192" y="2176272"/>
            <a:ext cx="5868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LOT 조회는 저장 컬럼 없이 품목·설비·생산일 조인으로 계산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19024" y="27249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5820192" y="2633472"/>
            <a:ext cx="5868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요약은 실패 이력도 저장(status: SUCCESS/FAILED)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19024" y="31821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5820192" y="3090672"/>
            <a:ext cx="5868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이상징후(anomaly) 필드로 확인대기 상태를 계산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19024" y="363931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5820192" y="3547872"/>
            <a:ext cx="5868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실제로 분석한 관련 LOT은 ai_summary_related_lots에 스냅샷 저장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 목록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75488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/ OPERATOR /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work_order_status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/ IN_PROGRESS / 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measurement_result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ai_summary_status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/ FAILED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명세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3.0.3 · 18 paths · 22 schemas · Security Schemes는 평가범위 제외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pic>
        <p:nvPicPr>
          <p:cNvPr id="7" name="Image 0" descr="/home/claude/diagrams/oas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2559865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265" y="1417320"/>
            <a:ext cx="821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엔드포인트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265" y="178308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3474265" y="17830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51505" y="1764792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/work-orders/{id}/lots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505" y="2002536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생산실적 등록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265" y="2350008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265" y="2350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51505" y="2331720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/lots/{id}/inspection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51505" y="2569464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 → PASS/FAIL 자동판정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74265" y="291693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265" y="29169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1505" y="2898648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/lots/{id}/related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505" y="3136392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LOT 후보 조회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74265" y="348386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22" name="Text 19"/>
          <p:cNvSpPr/>
          <p:nvPr/>
        </p:nvSpPr>
        <p:spPr>
          <a:xfrm>
            <a:off x="3474265" y="34838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251505" y="3465576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/lots/{id}/ai-summaries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51505" y="3703320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LOT 선택(relatedLotIds) 포함 AI 요약, 실패도 이력 저장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474265" y="405079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</p:sp>
      <p:sp>
        <p:nvSpPr>
          <p:cNvPr id="26" name="Text 23"/>
          <p:cNvSpPr/>
          <p:nvPr/>
        </p:nvSpPr>
        <p:spPr>
          <a:xfrm>
            <a:off x="3474265" y="40507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251505" y="4032504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251505" y="4270248"/>
            <a:ext cx="743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생산·검사·부적합률 현황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474265" y="5029200"/>
            <a:ext cx="8214510" cy="777240"/>
          </a:xfrm>
          <a:prstGeom prst="roundRect">
            <a:avLst>
              <a:gd name="adj" fmla="val 7059"/>
            </a:avLst>
          </a:prstGeom>
          <a:solidFill>
            <a:srgbClr val="FFF3E8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145" y="5029200"/>
            <a:ext cx="7848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규칙: POST /auth/login을 제외한 모든 엔드포인트는 로그인 세션이 필요하며, 에러는 Error 스키마($ref)로 재사용된다.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예외 및 에러 처리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에러 응답 형식 + HTTP 상태 코드 + 화면 공통 상태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상태 코드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577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 상황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잘못된 요청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 오류, 측정값 개수 불일치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 필요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세션 없음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권한 없음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불일치 API 호출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 없음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존재하지 않는 지시·LOT·요약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상태·중복 충돌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중복 검사, 상태 불일치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502/504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오류/시간초과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원기록 유지, 재시도 안내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46520" y="141732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공통 상태 처리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37360"/>
          <a:ext cx="52422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220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중 버튼 잠금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저장·제출 버튼 중복 클릭 방지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오류 위치 표시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응답의 fieldErrors를 인라인 매핑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조회 결과 없음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빈 배열 시 빈 상태 안내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 만료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시 로그인 화면 리다이렉트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서버·통신 오류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502/504 시 재시도 버튼 제공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5074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074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에러 응답 형식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"code", "message", "fieldErrors": [{ "field", "reason" }] } — 전 엔드포인트가 Error 스키마를 $ref로 재사용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제출 파일 및 참고 산출물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기술서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{반_이름_PartFlow}-개요.pdf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개요·배경·액터·UI흐름도·화면 캡처 8종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명세서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44568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{반_이름_PartFlow}-API.yml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4456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· 18 paths · 22 schemas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29016" y="16002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다이어그램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57616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{반_이름_PartFlow}-DB.dbml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57616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dbdiagram.io 호환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UI로 API 명세서 확인 가능 (로컬 오프라인 패키지 별도 제공)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06240"/>
            <a:ext cx="11155680" cy="1737360"/>
          </a:xfrm>
          <a:prstGeom prst="roundRect">
            <a:avLst>
              <a:gd name="adj" fmla="val 3684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학습용 가정 및 스코프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4709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공장·한 생산라인, 금속 브래킷 품목군(BR-A/BR-B). 치수검사만 구현하며 외관·기타 부적합 분류는 후속 범위. 재고관리·설비 자동연동·재작업·출하 연동은 이번 범위에 포함하지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9848" y="347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느낀점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기능 추가보다, 큰 틀을 설계하고 구조 이해도를 높이는 것이 목표였다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51215" y="384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AI 웹 서비스 설계 Mini-project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설계 경험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기능을 계속 붙이기보다 액터·데이터·API·화면이 하나로 이어지는 전체 구조를 먼저 설계하고, 그 구조를 끝까지 일관되게 유지하는 것을 목표로 잡았다. 이번 프로젝트로 그 목표를 달성해볼 수 있었다.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651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발전 방향 고민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구현한다면 무엇을 어떻게 확장할지(예: 관련 LOT 근거 저장, 재검사 이력 관리)를 미리 그려볼 수 있었고, 사내 MES 시스템에 AI 솔루션을 접목하는 방법을 고민해볼 수 있는 경험치를 쌓았다.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A2A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PartFlow · 생산·품질관리 MES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2026-09-10T02:49:11Z</dcterms:created>
  <dcterms:modified xsi:type="dcterms:W3CDTF">2026-09-10T02:49:11Z</dcterms:modified>
</cp:coreProperties>
</file>